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00032" y="1353312"/>
            <a:ext cx="768096" cy="76809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00032" y="13533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771632" y="1901952"/>
            <a:ext cx="768096" cy="768096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19019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765792" y="3090672"/>
            <a:ext cx="768096" cy="768096"/>
          </a:xfrm>
          <a:prstGeom prst="ellipse">
            <a:avLst/>
          </a:prstGeom>
          <a:solidFill>
            <a:srgbClr val="06D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65792" y="30906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04120" y="1874520"/>
            <a:ext cx="777240" cy="365760"/>
          </a:xfrm>
          <a:prstGeom prst="line">
            <a:avLst/>
          </a:prstGeom>
          <a:noFill/>
          <a:ln w="25400">
            <a:solidFill>
              <a:srgbClr val="5A6B8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0378440" y="2606040"/>
            <a:ext cx="640080" cy="640080"/>
          </a:xfrm>
          <a:prstGeom prst="line">
            <a:avLst/>
          </a:prstGeom>
          <a:noFill/>
          <a:ln w="25400">
            <a:solidFill>
              <a:srgbClr val="5A6B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9921240" y="2057400"/>
            <a:ext cx="45720" cy="1097280"/>
          </a:xfrm>
          <a:prstGeom prst="line">
            <a:avLst/>
          </a:prstGeom>
          <a:noFill/>
          <a:ln w="25400">
            <a:solidFill>
              <a:srgbClr val="5A6B87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Schedules &amp;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Serializability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&amp; non-serial schedules  ·  Conflict serializability  ·  View serializability  ·  Concurrency problems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201168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Management  |  Unit Lecture Notes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Schedule?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the operations of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appear for execution is called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R(A) = read data item A     W(A) = write data item A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may run one after another, or their steps may interleave.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is written as one linear sequence of operations, tagged by transaction.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9496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7373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23960" y="17373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121408"/>
            <a:ext cx="539496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2121408"/>
            <a:ext cx="0" cy="2304288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1214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50545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A+5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88950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15400" y="32735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R(B)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36576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B+10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15400" y="40416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B132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SCHEDULE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R1(A),  R2(B),  A = A+5,  W1(A),  B = B+10,  W2(B)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Schedules in a DBMS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20640" y="16002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B132B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16002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94560" y="26060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2606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Schedule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46720" y="26060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2606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 Schedule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flipH="1">
            <a:off x="3154680" y="2167128"/>
            <a:ext cx="2560320" cy="43891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46520" y="2167128"/>
            <a:ext cx="2560320" cy="43891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36118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6118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0" y="36118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36118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Non-Serializable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H="1">
            <a:off x="7269480" y="3172968"/>
            <a:ext cx="1280160" cy="43891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64040" y="3172968"/>
            <a:ext cx="822960" cy="43891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0640" y="46177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46177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0" y="46177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46177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 flipH="1">
            <a:off x="6080760" y="4178808"/>
            <a:ext cx="731520" cy="43891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26680" y="4178808"/>
            <a:ext cx="914400" cy="43891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this lecture:  </a:t>
            </a:r>
            <a:pPr indent="0" marL="0">
              <a:buNone/>
            </a:pPr>
            <a:r>
              <a:rPr lang="en-US" sz="13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vs. Non-Serial schedules, and the two ways to test Serializability — Conflict Serializability and View Serializability.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 execute one after another — never interleaved. One transaction fully completes (commits) before the next begins.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2880360"/>
            <a:ext cx="731520" cy="731520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288036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5920" y="3246120"/>
            <a:ext cx="475488" cy="914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3246120"/>
            <a:ext cx="475488" cy="914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48640" y="39776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concurrency — simple and always correct, but slow.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reference point: every serializable schedule must be equivalent to some serial schedule.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539496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783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23960" y="1783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167128"/>
            <a:ext cx="539496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2167128"/>
            <a:ext cx="0" cy="3218688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16712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56946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97180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R(B)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37413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77647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15400" y="417880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458114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15400" y="498348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5522976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552297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completes, then T2 starts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Non-Serial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 execute concurrently (at the same time) — their operations are mixed with one another.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CEBE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260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Note: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non-serial schedules may lead to inconsistency in the database — this is exactly why we need Serializability to tell the safe ones apart from the unsafe ones.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9496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783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23960" y="1783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167128"/>
            <a:ext cx="539496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2167128"/>
            <a:ext cx="0" cy="3218688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6712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56946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97180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R(B)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37413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77647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15400" y="417880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458114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498348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553212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of T1 and T2 are interleaved on the timeline — this is what makes it non-serial.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17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that helps identify which non-serial schedules are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will maintain the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of the database.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B13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schedule: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non-serial schedule of ‘n’ transactions is equivalent to some serial schedule of the same ‘n’ transactions, it is called serializable.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Allowed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074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 execute at the same time instead of waiting in 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4389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4572000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5074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I/O stay busy instead of sitting idle.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4389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4572000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0684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Throughput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66760" y="5074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schedules improve overall system throughput.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Operations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operations are conflicting if ALL three conditions below hold true.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Transactions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3649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belong to two different transactions.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R₁(A)   R₂(B)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1488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 Item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33649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act on the same data item.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420624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R₁(A)   R₂(A)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87452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21488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Least One Write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33649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of the two operations is a write operation.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66760" y="420624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R₁(A)   W₂(A)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193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CHECK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486400"/>
            <a:ext cx="384048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486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0" y="5486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" y="5870448"/>
            <a:ext cx="3840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5870448"/>
            <a:ext cx="0" cy="585216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8704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4400" y="61630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34640" y="61630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37760" y="5440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W₁(A) and R₂(A):  different transactions ✓   same item ✓   one is a write ✓  —  CONFLICTING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Serializability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non-serial schedule can be converted into a serial schedule by swapping its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non-conflicting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operations, it is called Conflict Serializable.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Check — Precedence Graph Method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conflicting operations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list every pair of conflicting operations in the schedule.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3017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320040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794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node per transaction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4389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precedence graph — draw one node for each transaction.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017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20040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794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 edge for each conflict pair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4389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Opᵢ of Tᵢ precedes a conflicting Opⱼ of Tⱼ, draw Tᵢ → Tⱼ.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15400" y="3017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8280" y="320040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98280" y="3794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 cycle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98280" y="4389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found → NOT conflict serializable.  No cycle → conflict serializable.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B132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557784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577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→ NOT serializable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5577840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5577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 → Serializable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5532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precedence graph (also called a serialization graph) is the single most important tool in this chapter.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Schedule S Conflict Serializable?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B13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:  R₁(A), R₂(A), R₁(B), R₂(B), R₃(B), W₁(A), W₂(B)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Conflicting pairs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6888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R₂(A), W₁(A)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31920" y="252374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252374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→ T1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718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R₁(B), W₂(B)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31920" y="302666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02666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→ T2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47472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R₃(B), W₂(B)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31920" y="352958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35295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→ T2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Precedence graph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44752" y="4873752"/>
            <a:ext cx="768096" cy="768096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48737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73552" y="4873752"/>
            <a:ext cx="768096" cy="768096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48737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359152" y="5605272"/>
            <a:ext cx="768096" cy="76809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5605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212848" y="5166360"/>
            <a:ext cx="1060704" cy="914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1965960" y="5532120"/>
            <a:ext cx="1554480" cy="914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3017520" y="5440680"/>
            <a:ext cx="502920" cy="41148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35040" y="2057400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0B132B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2697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→ T2 and T2 → T1 form a cycle between T1 and T2.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374904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FOUND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4526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schedule S is NOT Conflict Serializable.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309360" y="5349240"/>
            <a:ext cx="4937760" cy="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54864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 cycle anywhere in the graph is enough — the whole schedule fails the test.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Problems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transactions execute concurrently without control, it may lead to these problems: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 Read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written by an uncommitted transaction.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148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Unrepeatable Read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the same item gives a different value within one transaction.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297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Update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transaction's update is silently overwritten and lost.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023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43400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297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Phantom Read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4983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a transaction expects to find has been deleted by another.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PROBLEM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 Read  &amp;  Unrepeatable Read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written by an uncommitted transaction.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502920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7889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172968"/>
            <a:ext cx="5029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172968"/>
            <a:ext cx="0" cy="1536192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7296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55701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3251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941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43251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reads A right after T1 writes it — but T1 later fails and never commits. T2 has read a value that never really existed.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53212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32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// Dirty Read here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64592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Unrepeatable Read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1945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reads the same item twice and gets two different values, because another transaction updated it in between.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2880360"/>
            <a:ext cx="502920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880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2880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6520" y="3264408"/>
            <a:ext cx="5029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3264408"/>
            <a:ext cx="0" cy="1536192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2644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R(X)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364845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W(X)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52560" y="40325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R(X)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52560" y="44165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R(X)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46634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reads X once, T1 updates X, then T2 reads X again — same read, two different results within T2 (breaks Isolation).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46520" y="56235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5623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// Unrepeatable Read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PROBLEM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Update  &amp;  Phantom Read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2468880" cy="4114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transaction's update is overwritten by another's “blind write,” so the first update is lost.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→ Read → A =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→ Update → A = 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→ Update (blind write) → A = 25, Commit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→ Commit → A = 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never read A before writing it (a “blind write”). T1's update to 15 is silently lost — final value is T2's 25.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3949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T1's update is lost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645920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re-reads a row expecting it to exist, but another transaction has already deleted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502920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880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2880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264408"/>
            <a:ext cx="5029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3264408"/>
            <a:ext cx="0" cy="1609344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26440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R(X)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06908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Delete(X)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366674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R(X)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447141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Read(X)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49834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reads X, T2 reads X, then T1 deletes X. When T2 tries to read X again, it's simply gone.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56235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vanished mid-transaction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Serializability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given schedule is found to be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“view equivalent”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some serial schedule, it is called a View Serializable schedule.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View-Equivalent Schedules — 3 Conditions (for schedules S₁, S₂ on the same transactions)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3154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Initial 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data item X, if Ti reads X's initial value from the DB in S₁, Ti must also perform the initial read of X in S₂.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534924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349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read must match for all data items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297180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2004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154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Update–Read Sequence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 reads a value of X written by Tj in S₁, then in S₂, Ti must read the same X written by that same Tj.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534924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5349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Write–Read sequence must be the same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0" y="297180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66760" y="32004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06840" y="3154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Final Write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3886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data item X, if X is updated last by Ti in S₁, then in S₂, X must also be updated last by that same Ti.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66760" y="534924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5349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writers must be the same for all data items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View Serializability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schedule is Conflict Serializable, it is surely View Serializable too. Stop and report the answer.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794760"/>
            <a:ext cx="3200400" cy="1691640"/>
          </a:xfrm>
          <a:prstGeom prst="roundRect">
            <a:avLst>
              <a:gd name="adj" fmla="val 3243"/>
            </a:avLst>
          </a:prstGeom>
          <a:solidFill>
            <a:srgbClr val="F7F9F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94760"/>
            <a:ext cx="2926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✓  ⇒  View 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87952" y="3520440"/>
            <a:ext cx="182880" cy="914"/>
          </a:xfrm>
          <a:prstGeom prst="line">
            <a:avLst/>
          </a:prstGeom>
          <a:noFill/>
          <a:ln w="317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4630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46304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4630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check for a blind write (a write with no prior read in that transaction).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794760"/>
            <a:ext cx="3200400" cy="1691640"/>
          </a:xfrm>
          <a:prstGeom prst="roundRect">
            <a:avLst>
              <a:gd name="adj" fmla="val 3243"/>
            </a:avLst>
          </a:prstGeom>
          <a:solidFill>
            <a:srgbClr val="F7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794760"/>
            <a:ext cx="2926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blind write ⇒ NOT view serializable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82712" y="3520440"/>
            <a:ext cx="182880" cy="914"/>
          </a:xfrm>
          <a:prstGeom prst="line">
            <a:avLst/>
          </a:prstGeom>
          <a:noFill/>
          <a:ln w="317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14630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46304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4630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214884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blind write exists, use all 3 view-equivalence conditions to draw a dependency graph.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66760" y="3794760"/>
            <a:ext cx="3200400" cy="1691640"/>
          </a:xfrm>
          <a:prstGeom prst="roundRect">
            <a:avLst>
              <a:gd name="adj" fmla="val 3243"/>
            </a:avLst>
          </a:prstGeom>
          <a:solidFill>
            <a:srgbClr val="F7F9FB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3794760"/>
            <a:ext cx="2926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 ⇒ view serializable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⇒ not view serializable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B132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Every conflict-serializable schedule is view-serializable, but not every view-serializable schedule is conflict-serializable.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View Serializability — Example 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93792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47088" y="14173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45536" y="14173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43984" y="14173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01368"/>
            <a:ext cx="5193792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7088" y="1801368"/>
            <a:ext cx="0" cy="1152144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5536" y="1801368"/>
            <a:ext cx="0" cy="1152144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801368"/>
            <a:ext cx="0" cy="1152144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0136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2569464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38528" y="180136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938528" y="2569464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36976" y="180136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36976" y="218541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35424" y="180136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2569464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W(B)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52160" y="146304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transactions read A, then each writes B. Every write is a blind write (no read of B beforehand) → go to Method 3.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2286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write–write pairs on B: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52160" y="26517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W1(B),W2(B)   W1(B),W3(B)   W1(B),W4(B)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W2(B),W3(B)   W2(B),W4(B)   W3(B),W4(B)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88720" y="3429000"/>
            <a:ext cx="731520" cy="731520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34640" y="342900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88720" y="4663440"/>
            <a:ext cx="731520" cy="7315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834640" y="4663440"/>
            <a:ext cx="731520" cy="731520"/>
          </a:xfrm>
          <a:prstGeom prst="ellipse">
            <a:avLst/>
          </a:prstGeom>
          <a:solidFill>
            <a:srgbClr val="06D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938528" y="3794760"/>
            <a:ext cx="877824" cy="914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554480" y="4160520"/>
            <a:ext cx="914" cy="50292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828800" y="4023360"/>
            <a:ext cx="1143000" cy="77724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1783080" y="4023360"/>
            <a:ext cx="1143000" cy="77724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200400" y="4160520"/>
            <a:ext cx="914" cy="50292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938528" y="5029200"/>
            <a:ext cx="877824" cy="914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852160" y="3520440"/>
            <a:ext cx="5760720" cy="3017520"/>
          </a:xfrm>
          <a:prstGeom prst="roundRect">
            <a:avLst>
              <a:gd name="adj" fmla="val 2424"/>
            </a:avLst>
          </a:prstGeom>
          <a:solidFill>
            <a:srgbClr val="0B132B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080760" y="3749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arrows point the same direction: T1 → T2 → T3 → T4 — no back-edges anywhere.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080760" y="461772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4617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 FOUND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53492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given schedule IS View Serializable.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View Serializability — Example 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3840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4173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50749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1801368"/>
            <a:ext cx="0" cy="1243584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801368"/>
            <a:ext cx="0" cy="1243584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0136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734056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31720" y="211226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23360" y="24231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1463040"/>
            <a:ext cx="5623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writes A without reading it first — a blind write. Blind write exists → go to Method 3.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2331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pairs found: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89320" y="26517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R₁(A), W₃(A)  →  T1 → T3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R₂(A), W₃(A)  →  T2 → T3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R₂(A), W₁(A)  →  T2 → T1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W₃(A), W₁(A)  →  T3 → T1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EDF3F8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59152" y="3410712"/>
            <a:ext cx="768096" cy="768096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4107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53312" y="4736592"/>
            <a:ext cx="768096" cy="768096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47365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64992" y="4736592"/>
            <a:ext cx="768096" cy="76809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47365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H="1">
            <a:off x="1920240" y="4023360"/>
            <a:ext cx="621792" cy="77724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44368" y="4023360"/>
            <a:ext cx="621792" cy="77724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121408" y="5029200"/>
            <a:ext cx="1243584" cy="914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2121408" y="5230368"/>
            <a:ext cx="1243584" cy="914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89320" y="3977640"/>
            <a:ext cx="5623560" cy="2560320"/>
          </a:xfrm>
          <a:prstGeom prst="roundRect">
            <a:avLst>
              <a:gd name="adj" fmla="val 2857"/>
            </a:avLst>
          </a:prstGeom>
          <a:solidFill>
            <a:srgbClr val="0B132B"/>
          </a:solidFill>
          <a:ln/>
          <a:effectLst>
            <a:outerShdw sx="100000" sy="100000" kx="0" ky="0" algn="bl" rotWithShape="0" blurRad="101600" dist="38100" dir="5400000">
              <a:srgbClr val="1B1B1E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416052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→ T3 and T3 → T1 form a direct cycle between T1 and T3.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98348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4983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FOUND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562356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schedule is NOT View Serializable.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64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219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operations of multiple transactions are executed.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18562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764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vs. Non-Serial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2219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= one after another; Non-serial = interleaved (may cause inconsistency).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4564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3649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8221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separates “safe” non-serial schedules from unsafe 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34564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3649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Serializable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8221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precedence graph from conflicting ops — no cycle means serializable.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50566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965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Serializable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4223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on initial reads, update–read chains, and final writes — a broader test.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28232" y="50566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4965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Problems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86600" y="54223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Read, Unrepeatable Read, Lost Update, Phantom Read — what uncontrolled concurrency causes.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2026-08-25T10:25:56Z</dcterms:created>
  <dcterms:modified xsi:type="dcterms:W3CDTF">2026-08-25T10:25:56Z</dcterms:modified>
</cp:coreProperties>
</file>