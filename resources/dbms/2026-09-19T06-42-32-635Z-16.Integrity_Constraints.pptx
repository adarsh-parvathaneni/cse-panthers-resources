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_deck/icons/bg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A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1" descr="/home/claude/ic_deck/icons/ic_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996696"/>
            <a:ext cx="475488" cy="475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77240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Constraints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keep your data accurate, valid, and consistent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22960" y="47091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F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4709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084832" y="4709160"/>
            <a:ext cx="886968" cy="384048"/>
          </a:xfrm>
          <a:prstGeom prst="roundRect">
            <a:avLst>
              <a:gd name="adj" fmla="val 50000"/>
            </a:avLst>
          </a:prstGeom>
          <a:solidFill>
            <a:srgbClr val="0F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084832" y="4709160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136392" y="4709160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0F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36392" y="4709160"/>
            <a:ext cx="1412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713732" y="4709160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0F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13732" y="4709160"/>
            <a:ext cx="1412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91072" y="4709160"/>
            <a:ext cx="992124" cy="384048"/>
          </a:xfrm>
          <a:prstGeom prst="roundRect">
            <a:avLst>
              <a:gd name="adj" fmla="val 50000"/>
            </a:avLst>
          </a:prstGeom>
          <a:solidFill>
            <a:srgbClr val="0F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91072" y="4709160"/>
            <a:ext cx="99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447788" y="4709160"/>
            <a:ext cx="781812" cy="384048"/>
          </a:xfrm>
          <a:prstGeom prst="roundRect">
            <a:avLst>
              <a:gd name="adj" fmla="val 50000"/>
            </a:avLst>
          </a:prstGeom>
          <a:solidFill>
            <a:srgbClr val="0F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47788" y="4709160"/>
            <a:ext cx="781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2296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07 /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Integrity Constraints?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126480" cy="1920240"/>
          </a:xfrm>
          <a:prstGeom prst="roundRect">
            <a:avLst>
              <a:gd name="adj" fmla="val 4762"/>
            </a:avLst>
          </a:prstGeom>
          <a:solidFill>
            <a:srgbClr val="F3F7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532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constraints are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used to limit the type of data that can go into a database table — so the database stays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and consistent.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6126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297680"/>
            <a:ext cx="5623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bad or incomplete data before it enters a table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relationships between tables valid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automatically by the database engine — not by application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95160" y="1600200"/>
            <a:ext cx="4617720" cy="4480560"/>
          </a:xfrm>
          <a:prstGeom prst="roundRect">
            <a:avLst>
              <a:gd name="adj" fmla="val 2041"/>
            </a:avLst>
          </a:prstGeom>
          <a:solidFill>
            <a:srgbClr val="0E2A45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 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69480" y="2240280"/>
            <a:ext cx="406908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48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281160" y="2240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69480" y="2624328"/>
            <a:ext cx="4069080" cy="402336"/>
          </a:xfrm>
          <a:prstGeom prst="rect">
            <a:avLst/>
          </a:prstGeom>
          <a:solidFill>
            <a:srgbClr val="123551"/>
          </a:solidFill>
          <a:ln w="9525">
            <a:solidFill>
              <a:srgbClr val="1C3F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26243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81160" y="262432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69480" y="3044952"/>
            <a:ext cx="4069080" cy="402336"/>
          </a:xfrm>
          <a:prstGeom prst="rect">
            <a:avLst/>
          </a:prstGeom>
          <a:solidFill>
            <a:srgbClr val="123551"/>
          </a:solidFill>
          <a:ln w="9525">
            <a:solidFill>
              <a:srgbClr val="1C3F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30449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1160" y="30449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3465576"/>
            <a:ext cx="4069080" cy="402336"/>
          </a:xfrm>
          <a:prstGeom prst="rect">
            <a:avLst/>
          </a:prstGeom>
          <a:solidFill>
            <a:srgbClr val="4A1E22"/>
          </a:solidFill>
          <a:ln w="9525">
            <a:solidFill>
              <a:srgbClr val="1C3F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34655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81160" y="346557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425196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4A1E22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42519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ORA-01400: cannot insert NULL into ENAME — blocked by NOT NULL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69480" y="519379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rejects rows that violate a constraint — the table never holds bad data.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Types of Constraints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_deck/icons/ic_notn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616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71576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NULL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04672" y="308152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can never store NULL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/>
        </p:spPr>
      </p:sp>
      <p:sp>
        <p:nvSpPr>
          <p:cNvPr id="11" name="Shape 8"/>
          <p:cNvSpPr/>
          <p:nvPr/>
        </p:nvSpPr>
        <p:spPr>
          <a:xfrm>
            <a:off x="4581144" y="194767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ic_deck/icons/ic_uniq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112264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426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81144" y="271576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81144" y="308152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values allowed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8357616" y="1947672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/home/claude/ic_deck/icons/ic_p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112264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19104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57616" y="271576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57616" y="308152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+ UNIQUE, identifies each row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/>
        </p:spPr>
      </p:sp>
      <p:sp>
        <p:nvSpPr>
          <p:cNvPr id="23" name="Shape 18"/>
          <p:cNvSpPr/>
          <p:nvPr/>
        </p:nvSpPr>
        <p:spPr>
          <a:xfrm>
            <a:off x="804672" y="418795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ic_deck/icons/ic_f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352544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5661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04672" y="495604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804672" y="532180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child table to a parent table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25112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/>
        </p:spPr>
      </p:sp>
      <p:sp>
        <p:nvSpPr>
          <p:cNvPr id="29" name="Shape 23"/>
          <p:cNvSpPr/>
          <p:nvPr/>
        </p:nvSpPr>
        <p:spPr>
          <a:xfrm>
            <a:off x="4581144" y="41879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/home/claude/ic_deck/icons/ic_defau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352544"/>
            <a:ext cx="356616" cy="35661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42632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4581144" y="495604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581144" y="532180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a value when none is given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01584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/>
        </p:spPr>
      </p:sp>
      <p:sp>
        <p:nvSpPr>
          <p:cNvPr id="35" name="Shape 28"/>
          <p:cNvSpPr/>
          <p:nvPr/>
        </p:nvSpPr>
        <p:spPr>
          <a:xfrm>
            <a:off x="8357616" y="4187952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6" name="Image 5" descr="/home/claude/ic_deck/icons/ic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352544"/>
            <a:ext cx="356616" cy="35661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119104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8357616" y="495604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357616" y="532180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values to a valid range/condition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1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NULL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4572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57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ic_deck/icons/ic_notn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8452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64208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don’t want a column to ever hold a NULL value, we attach the NOT NULL constraint to it. It restricts that column from accepting a null value.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5989320" cy="2651760"/>
          </a:xfrm>
          <a:prstGeom prst="roundRect">
            <a:avLst>
              <a:gd name="adj" fmla="val 3448"/>
            </a:avLst>
          </a:prstGeom>
          <a:solidFill>
            <a:srgbClr val="F3F7F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vs Oracle default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39502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every column allows NULL — unless you explicitly forbid it.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572000"/>
            <a:ext cx="219456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572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ROLLNO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65960" y="4572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" y="495604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4956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65960" y="4956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532180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5321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965960" y="5321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46120" y="45262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NULL in NAME by default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default — both need NOT NULL to block it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766560" y="1691640"/>
            <a:ext cx="4846320" cy="4389120"/>
          </a:xfrm>
          <a:prstGeom prst="roundRect">
            <a:avLst>
              <a:gd name="adj" fmla="val 1667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0" y="1691640"/>
            <a:ext cx="484632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24" name="Shape 21"/>
          <p:cNvSpPr/>
          <p:nvPr/>
        </p:nvSpPr>
        <p:spPr>
          <a:xfrm>
            <a:off x="6903720" y="180136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25" name="Shape 22"/>
          <p:cNvSpPr/>
          <p:nvPr/>
        </p:nvSpPr>
        <p:spPr>
          <a:xfrm>
            <a:off x="7104888" y="180136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26" name="Shape 23"/>
          <p:cNvSpPr/>
          <p:nvPr/>
        </p:nvSpPr>
        <p:spPr>
          <a:xfrm>
            <a:off x="7306056" y="180136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27" name="Text 24"/>
          <p:cNvSpPr/>
          <p:nvPr/>
        </p:nvSpPr>
        <p:spPr>
          <a:xfrm>
            <a:off x="7589520" y="16916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SQL*Plus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967728" y="2093976"/>
            <a:ext cx="444398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employee(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empid number,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ename char(10) not null);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created.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desc employee;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Null?      Type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5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 ---------- ---------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EMPID              NUMBER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ENAME   NOT NULL   CHAR(10)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— NOT NULL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1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NULL —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4526280"/>
          </a:xfrm>
          <a:prstGeom prst="roundRect">
            <a:avLst>
              <a:gd name="adj" fmla="val 1616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53212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002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SQL*Plus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002536"/>
            <a:ext cx="512978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employee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values(101,'akon');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row created.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employee(ename)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values('bkon');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row created.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EMPID ENAME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   akon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bkon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600200"/>
            <a:ext cx="530352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170992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14" name="Shape 12"/>
          <p:cNvSpPr/>
          <p:nvPr/>
        </p:nvSpPr>
        <p:spPr>
          <a:xfrm>
            <a:off x="6647688" y="170992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48856" y="170992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6002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10528" y="2002536"/>
            <a:ext cx="490118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employee(empid)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values(103);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at line 1: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ORA-01400: cannot insert NULL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"EMPLOYEE"."ENAME"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EMPID has no NOT NULL, so it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quietly accepted a NULL name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above — but ENAME rejects 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6263640"/>
            <a:ext cx="11064240" cy="91"/>
          </a:xfrm>
          <a:prstGeom prst="round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— NOT NULL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2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4572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57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_deck/icons/ic_un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7995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276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restricts a column from holding duplicate data. Two rows may still both leave it NULL — UNIQUE alone does not forbid NULL.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5806440" cy="1417320"/>
          </a:xfrm>
          <a:prstGeom prst="roundRect">
            <a:avLst>
              <a:gd name="adj" fmla="val 5161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3154680"/>
            <a:ext cx="580644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326440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12" name="Shape 9"/>
          <p:cNvSpPr/>
          <p:nvPr/>
        </p:nvSpPr>
        <p:spPr>
          <a:xfrm>
            <a:off x="886968" y="326440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3" name="Shape 10"/>
          <p:cNvSpPr/>
          <p:nvPr/>
        </p:nvSpPr>
        <p:spPr>
          <a:xfrm>
            <a:off x="1088136" y="326440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315468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with UNIQUE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9808" y="3557016"/>
            <a:ext cx="5404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employee(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empid number,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ename char(10) unique);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created.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754880"/>
            <a:ext cx="5806440" cy="1371600"/>
          </a:xfrm>
          <a:prstGeom prst="roundRect">
            <a:avLst>
              <a:gd name="adj" fmla="val 5333"/>
            </a:avLst>
          </a:prstGeom>
          <a:solidFill>
            <a:srgbClr val="F3F7FA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9011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Column-level vs. table-level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9808" y="519379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(like most constraints) can be written right after the column, or listed separately for multi-column keys — same rule, two syntaxes.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29400" y="164592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29400" y="1645920"/>
            <a:ext cx="498348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21" name="Shape 18"/>
          <p:cNvSpPr/>
          <p:nvPr/>
        </p:nvSpPr>
        <p:spPr>
          <a:xfrm>
            <a:off x="6766560" y="175564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22" name="Shape 19"/>
          <p:cNvSpPr/>
          <p:nvPr/>
        </p:nvSpPr>
        <p:spPr>
          <a:xfrm>
            <a:off x="6967728" y="175564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23" name="Shape 20"/>
          <p:cNvSpPr/>
          <p:nvPr/>
        </p:nvSpPr>
        <p:spPr>
          <a:xfrm>
            <a:off x="7168896" y="175564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24" name="Text 21"/>
          <p:cNvSpPr/>
          <p:nvPr/>
        </p:nvSpPr>
        <p:spPr>
          <a:xfrm>
            <a:off x="7452360" y="16459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 rejected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830568" y="2048256"/>
            <a:ext cx="4581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employee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values(101,'akon');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row created.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employee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values(102,'akon');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at line 1: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ORA-00001: unique constraint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violated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'akon' already exists in ENAME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— the second row is blocked.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— UNIQUE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3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4572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57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Identifier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/home/claude/ic_deck/icons/ic_p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781251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276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uniquely identifies every row in a table.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4688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057400" y="24231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468880" y="24688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2468880" y="24688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977640" y="24231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434840" y="24688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4434840" y="24688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154680"/>
            <a:ext cx="5806440" cy="2926080"/>
          </a:xfrm>
          <a:prstGeom prst="roundRect">
            <a:avLst>
              <a:gd name="adj" fmla="val 3125"/>
            </a:avLst>
          </a:prstGeom>
          <a:solidFill>
            <a:srgbClr val="F3F7FA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337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rules, always together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77240" y="374904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allow NULL values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allow duplicate values</a:t>
            </a:r>
            <a:endParaRPr lang="en-US" sz="1400" dirty="0"/>
          </a:p>
          <a:p>
            <a:pPr marL="342900" indent="-342900">
              <a:buSzPct val="100000"/>
              <a:buChar char="✦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PRIMARY KEY per table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629400" y="1627632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29400" y="1627632"/>
            <a:ext cx="498348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22" name="Shape 19"/>
          <p:cNvSpPr/>
          <p:nvPr/>
        </p:nvSpPr>
        <p:spPr>
          <a:xfrm>
            <a:off x="6766560" y="1737360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23" name="Shape 20"/>
          <p:cNvSpPr/>
          <p:nvPr/>
        </p:nvSpPr>
        <p:spPr>
          <a:xfrm>
            <a:off x="6967728" y="1737360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24" name="Shape 21"/>
          <p:cNvSpPr/>
          <p:nvPr/>
        </p:nvSpPr>
        <p:spPr>
          <a:xfrm>
            <a:off x="7168896" y="1737360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25" name="Text 22"/>
          <p:cNvSpPr/>
          <p:nvPr/>
        </p:nvSpPr>
        <p:spPr>
          <a:xfrm>
            <a:off x="7452360" y="16276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 demo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830568" y="2029968"/>
            <a:ext cx="4581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employee(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empid number primary key,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ename char(10));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employee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values(102,'bkon');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at line 1: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ORA-00001: unique constraint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violated                (duplicate 102)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employee(ename)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values('ckon');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at line 1: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ORA-01400: cannot insert NULL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"EMPLOYEE"."EMPID"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— PRIMARY KEY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4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 (Referencing Key)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Table-level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ic_deck/icons/ic_f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7538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00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builds a relationship between two tables — a parent and a child.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2788920" cy="1737360"/>
          </a:xfrm>
          <a:prstGeom prst="roundRect">
            <a:avLst>
              <a:gd name="adj" fmla="val 4211"/>
            </a:avLst>
          </a:prstGeom>
          <a:solidFill>
            <a:srgbClr val="0E2A45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34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 (Parent)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3081528"/>
            <a:ext cx="242316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081528"/>
            <a:ext cx="12115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CID (PK)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943100" y="3081528"/>
            <a:ext cx="12115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3392424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943100" y="3392424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3685032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943100" y="3685032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3977640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943100" y="3977640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ckon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64992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3840480" y="26060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A1046"/>
          </a:solidFill>
          <a:ln/>
        </p:spPr>
      </p:sp>
      <p:sp>
        <p:nvSpPr>
          <p:cNvPr id="22" name="Text 19"/>
          <p:cNvSpPr/>
          <p:nvPr/>
        </p:nvSpPr>
        <p:spPr>
          <a:xfrm>
            <a:off x="4005072" y="273405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B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 (Child)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005072" y="3081528"/>
            <a:ext cx="2185416" cy="310896"/>
          </a:xfrm>
          <a:prstGeom prst="rect">
            <a:avLst/>
          </a:prstGeom>
          <a:solidFill>
            <a:srgbClr val="6A3FA0"/>
          </a:solidFill>
          <a:ln/>
        </p:spPr>
      </p:sp>
      <p:sp>
        <p:nvSpPr>
          <p:cNvPr id="24" name="Text 21"/>
          <p:cNvSpPr/>
          <p:nvPr/>
        </p:nvSpPr>
        <p:spPr>
          <a:xfrm>
            <a:off x="4005072" y="3081528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97780" y="3081528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CID (FK)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005072" y="3392424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97780" y="3392424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005072" y="3685032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97780" y="3685032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005072" y="3977640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97780" y="3977640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8640" y="4526280"/>
            <a:ext cx="5852160" cy="1600200"/>
          </a:xfrm>
          <a:prstGeom prst="roundRect">
            <a:avLst>
              <a:gd name="adj" fmla="val 5714"/>
            </a:avLst>
          </a:prstGeom>
          <a:solidFill>
            <a:srgbClr val="F3F7FA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47091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✦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insert into the child table without a matching row in the parent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✦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delete a parent row while child rows still reference it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766560" y="1600200"/>
            <a:ext cx="4846320" cy="4526280"/>
          </a:xfrm>
          <a:prstGeom prst="roundRect">
            <a:avLst>
              <a:gd name="adj" fmla="val 1616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766560" y="1600200"/>
            <a:ext cx="484632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36" name="Shape 33"/>
          <p:cNvSpPr/>
          <p:nvPr/>
        </p:nvSpPr>
        <p:spPr>
          <a:xfrm>
            <a:off x="6903720" y="170992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37" name="Shape 34"/>
          <p:cNvSpPr/>
          <p:nvPr/>
        </p:nvSpPr>
        <p:spPr>
          <a:xfrm>
            <a:off x="7104888" y="170992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38" name="Shape 35"/>
          <p:cNvSpPr/>
          <p:nvPr/>
        </p:nvSpPr>
        <p:spPr>
          <a:xfrm>
            <a:off x="7306056" y="170992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39" name="Text 36"/>
          <p:cNvSpPr/>
          <p:nvPr/>
        </p:nvSpPr>
        <p:spPr>
          <a:xfrm>
            <a:off x="7589520" y="1600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the link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967728" y="2002536"/>
            <a:ext cx="444398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customer(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 number primary key,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cname char(10));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created.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orders(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oid number, oname char(10),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 number,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key(cid)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customer(cid));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created.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— FOREIGN KEY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4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 —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53212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002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blocked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002536"/>
            <a:ext cx="5129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orders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values(12,'milk',104);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at line 1: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ORA-02291: integrity constraint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violated — parent key not found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41648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104 doesn’t exist in CUSTOMER, so ORDERS can’t reference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600200"/>
            <a:ext cx="530352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170992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15" name="Shape 13"/>
          <p:cNvSpPr/>
          <p:nvPr/>
        </p:nvSpPr>
        <p:spPr>
          <a:xfrm>
            <a:off x="6647688" y="170992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48856" y="170992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6002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blocked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10528" y="2002536"/>
            <a:ext cx="4901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delete from customer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cid=101;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at line 1: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ORA-02292: integrity constraint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violated — child record found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04164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11 and 12 still point to customer 101 — the parent can’t be removed first.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3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protects referential integrity in both directions: no orphan child rows going in, and no parent removed while it’s still referenced.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— FOREIGN KEY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5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4572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57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_deck/icons/ic_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7995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276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sets an automatic value for a column when no value is supplied on insert.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5806440" cy="1280160"/>
          </a:xfrm>
          <a:prstGeom prst="roundRect">
            <a:avLst>
              <a:gd name="adj" fmla="val 5714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3154680"/>
            <a:ext cx="580644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326440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12" name="Shape 9"/>
          <p:cNvSpPr/>
          <p:nvPr/>
        </p:nvSpPr>
        <p:spPr>
          <a:xfrm>
            <a:off x="886968" y="326440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3" name="Shape 10"/>
          <p:cNvSpPr/>
          <p:nvPr/>
        </p:nvSpPr>
        <p:spPr>
          <a:xfrm>
            <a:off x="1088136" y="326440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315468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the default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9808" y="3557016"/>
            <a:ext cx="5404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student(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rollno number, name char(10),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number default 18);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572000"/>
            <a:ext cx="5806440" cy="1554480"/>
          </a:xfrm>
          <a:prstGeom prst="roundRect">
            <a:avLst>
              <a:gd name="adj" fmla="val 5882"/>
            </a:avLst>
          </a:prstGeom>
          <a:solidFill>
            <a:srgbClr val="F3F7FA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718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77240" y="5047488"/>
            <a:ext cx="1737360" cy="310896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5047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ROLLNO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514600" y="5047488"/>
            <a:ext cx="1737360" cy="310896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14600" y="5047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251960" y="5047488"/>
            <a:ext cx="1737360" cy="310896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51960" y="5047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77240" y="5358384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53583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514600" y="5358384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14600" y="53583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51960" y="5358384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51960" y="53583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77240" y="565099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5650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514600" y="565099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14600" y="5650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bkon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251960" y="5650992"/>
            <a:ext cx="1737360" cy="292608"/>
          </a:xfrm>
          <a:prstGeom prst="rect">
            <a:avLst/>
          </a:prstGeom>
          <a:solidFill>
            <a:srgbClr val="113B2E"/>
          </a:solidFill>
          <a:ln w="6350">
            <a:solidFill>
              <a:srgbClr val="D6DEE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51960" y="5650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629400" y="164592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29400" y="1645920"/>
            <a:ext cx="498348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38" name="Shape 35"/>
          <p:cNvSpPr/>
          <p:nvPr/>
        </p:nvSpPr>
        <p:spPr>
          <a:xfrm>
            <a:off x="6766560" y="175564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39" name="Shape 36"/>
          <p:cNvSpPr/>
          <p:nvPr/>
        </p:nvSpPr>
        <p:spPr>
          <a:xfrm>
            <a:off x="6967728" y="175564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40" name="Shape 37"/>
          <p:cNvSpPr/>
          <p:nvPr/>
        </p:nvSpPr>
        <p:spPr>
          <a:xfrm>
            <a:off x="7168896" y="175564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41" name="Text 38"/>
          <p:cNvSpPr/>
          <p:nvPr/>
        </p:nvSpPr>
        <p:spPr>
          <a:xfrm>
            <a:off x="7452360" y="16459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without AGE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830568" y="2048256"/>
            <a:ext cx="4581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student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values(101,'akon',25);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row created.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student(rollno,name)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values(102,'bkon');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row created.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student;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ROLLNO NAME    AGE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    akon    25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    bkon    18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— DEFAULT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6 OF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4572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57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/home/claude/ic_deck/icons/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7995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276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restricts the values a column can hold to a valid range or condition you define.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5806440" cy="2880360"/>
          </a:xfrm>
          <a:prstGeom prst="roundRect">
            <a:avLst>
              <a:gd name="adj" fmla="val 3175"/>
            </a:avLst>
          </a:prstGeom>
          <a:solidFill>
            <a:srgbClr val="F3F7F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376732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0E2A45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76732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rollno number CHECK (rollno &gt; 18)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77240" y="4434840"/>
            <a:ext cx="5349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row where ROLLNO ≤ 18 is rejected at insert time — the condition is evaluated for every row.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629400" y="1645920"/>
            <a:ext cx="4983480" cy="4434840"/>
          </a:xfrm>
          <a:prstGeom prst="roundRect">
            <a:avLst>
              <a:gd name="adj" fmla="val 1649"/>
            </a:avLst>
          </a:prstGeom>
          <a:solidFill>
            <a:srgbClr val="13202B"/>
          </a:solidFill>
          <a:ln w="12700">
            <a:solidFill>
              <a:srgbClr val="2538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29400" y="1645920"/>
            <a:ext cx="4983480" cy="310896"/>
          </a:xfrm>
          <a:prstGeom prst="rect">
            <a:avLst/>
          </a:prstGeom>
          <a:solidFill>
            <a:srgbClr val="25384A"/>
          </a:solidFill>
          <a:ln/>
        </p:spPr>
      </p:sp>
      <p:sp>
        <p:nvSpPr>
          <p:cNvPr id="16" name="Shape 13"/>
          <p:cNvSpPr/>
          <p:nvPr/>
        </p:nvSpPr>
        <p:spPr>
          <a:xfrm>
            <a:off x="6766560" y="1755648"/>
            <a:ext cx="100584" cy="100584"/>
          </a:xfrm>
          <a:prstGeom prst="ellipse">
            <a:avLst/>
          </a:prstGeom>
          <a:solidFill>
            <a:srgbClr val="E4685D"/>
          </a:solidFill>
          <a:ln/>
        </p:spPr>
      </p:sp>
      <p:sp>
        <p:nvSpPr>
          <p:cNvPr id="17" name="Shape 14"/>
          <p:cNvSpPr/>
          <p:nvPr/>
        </p:nvSpPr>
        <p:spPr>
          <a:xfrm>
            <a:off x="6967728" y="1755648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8" name="Shape 15"/>
          <p:cNvSpPr/>
          <p:nvPr/>
        </p:nvSpPr>
        <p:spPr>
          <a:xfrm>
            <a:off x="7168896" y="1755648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9" name="Text 16"/>
          <p:cNvSpPr/>
          <p:nvPr/>
        </p:nvSpPr>
        <p:spPr>
          <a:xfrm>
            <a:off x="7452360" y="16459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demo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30568" y="2048256"/>
            <a:ext cx="458114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student(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rollno number check(rollno&gt;18),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char(10));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created.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student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values(15,'akon');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at line 1: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ORA-02290: check constraint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violated              (15 is not &gt; 18)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— CHECK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Six Constraints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502920"/>
          </a:xfrm>
          <a:prstGeom prst="rect">
            <a:avLst/>
          </a:prstGeom>
          <a:solidFill>
            <a:srgbClr val="2129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691640"/>
            <a:ext cx="1965960" cy="502920"/>
          </a:xfrm>
          <a:prstGeom prst="rect">
            <a:avLst/>
          </a:prstGeom>
          <a:solidFill>
            <a:srgbClr val="2129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NULL?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2103120" cy="502920"/>
          </a:xfrm>
          <a:prstGeom prst="rect">
            <a:avLst/>
          </a:prstGeom>
          <a:solidFill>
            <a:srgbClr val="2129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duplicates?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1691640"/>
            <a:ext cx="4983480" cy="502920"/>
          </a:xfrm>
          <a:prstGeom prst="rect">
            <a:avLst/>
          </a:prstGeom>
          <a:solidFill>
            <a:srgbClr val="2129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6916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51760" y="2194560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1945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2194560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2194560"/>
            <a:ext cx="4983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194560"/>
            <a:ext cx="49834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value to always be entered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761488"/>
            <a:ext cx="210312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61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651760" y="2761488"/>
            <a:ext cx="196596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276148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17720" y="2761488"/>
            <a:ext cx="210312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761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20840" y="2761488"/>
            <a:ext cx="498348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761488"/>
            <a:ext cx="49834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values in a column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328416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284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51760" y="3328416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32841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17720" y="3328416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3284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720840" y="3328416"/>
            <a:ext cx="4983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3328416"/>
            <a:ext cx="49834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row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3895344"/>
            <a:ext cx="210312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953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51760" y="3895344"/>
            <a:ext cx="196596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389534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617720" y="3895344"/>
            <a:ext cx="210312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8953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720840" y="3895344"/>
            <a:ext cx="498348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3895344"/>
            <a:ext cx="49834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child row to a valid parent row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4462272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622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651760" y="4462272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44622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617720" y="4462272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44622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720840" y="4462272"/>
            <a:ext cx="4983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4462272"/>
            <a:ext cx="49834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a value when none is given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5029200"/>
            <a:ext cx="210312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029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651760" y="5029200"/>
            <a:ext cx="196596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51760" y="5029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617720" y="5029200"/>
            <a:ext cx="210312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17720" y="5029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720840" y="5029200"/>
            <a:ext cx="4983480" cy="566928"/>
          </a:xfrm>
          <a:prstGeom prst="rect">
            <a:avLst/>
          </a:prstGeom>
          <a:solidFill>
            <a:srgbClr val="F3F7FA"/>
          </a:solidFill>
          <a:ln w="9525">
            <a:solidFill>
              <a:srgbClr val="E1E8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0840" y="5029200"/>
            <a:ext cx="49834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values to a defined condition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— Summary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_deck/icon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A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394960" y="11887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1" descr="/home/claude/ic_deck/icons/ic_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362" y="1430122"/>
            <a:ext cx="523037" cy="5230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25146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keep your data honest.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1371600" y="32918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 · UNIQUE · PRIMARY KEY · FOREIGN KEY · DEFAULT · CHECK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371600" y="38862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the database itself — accurate data, every single time.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2026-07-22T03:28:16Z</dcterms:created>
  <dcterms:modified xsi:type="dcterms:W3CDTF">2026-07-22T03:28:16Z</dcterms:modified>
</cp:coreProperties>
</file>