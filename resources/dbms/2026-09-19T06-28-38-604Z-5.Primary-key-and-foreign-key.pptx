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0" r:id="rId2"/>
    <p:sldId id="401" r:id="rId3"/>
    <p:sldId id="403" r:id="rId4"/>
    <p:sldId id="404" r:id="rId5"/>
    <p:sldId id="40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9B89-58D0-A6C1-B9F0-B8CC9A3FE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D0D8A-44AB-87C3-A33E-4DF71CDC8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05319-3423-0651-2C71-3CAD0E1B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D3B5B-CAB0-4668-9CD9-73F5B4B09D6F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C497D-29C4-58B6-B72F-2FF974358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5CA32-579A-39DF-11B5-D6BDC7A6C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4AC4-1551-4CA4-9F29-918DD8A8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2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FE354-12CE-EFB7-8AF1-BAA8FC0D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848B0-399D-1A73-F081-656A2D34D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DDD3B-B63C-7CD9-DCD1-BDE74BF7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D3B5B-CAB0-4668-9CD9-73F5B4B09D6F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F4837-3546-1722-8520-4F0B7C91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8D6F5-B7EE-6427-01B1-634AE9734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4AC4-1551-4CA4-9F29-918DD8A8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828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354C-25CC-B082-03CC-FCE255EE4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51E12-A329-2BB2-AC77-0847BEDAD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0F858-736E-E515-F31F-3B37384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D3B5B-CAB0-4668-9CD9-73F5B4B09D6F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CEC3F-2131-7F51-D3E3-E9C176655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B220D-6FB7-EA7A-1623-10DDF83F6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4AC4-1551-4CA4-9F29-918DD8A8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77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3A7C-D704-EE21-631C-1F1DFCE5E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F8B18-88CE-2DC7-316F-086DC2534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84C19-90CB-F9E5-DFDD-C3B4B4F9C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12446-4F60-C02F-8C14-2A844B8B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D3B5B-CAB0-4668-9CD9-73F5B4B09D6F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6E0D8-0F45-AC21-BEBF-80807BFA4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BB74C-13F7-09C4-A9CA-B23813D3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4AC4-1551-4CA4-9F29-918DD8A8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266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39B7-7318-D968-B589-29989FF87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77AAD-5D2F-C288-7DB3-0B82DD120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86086-DD7B-5AB7-56FD-9AFB823A0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1A2DAF-FE79-48FE-7351-42B011815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B058E6-5C65-7D7B-4FCE-4311CA4C7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BC7313-E97C-05C1-C085-E4CDEA437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D3B5B-CAB0-4668-9CD9-73F5B4B09D6F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7EFE1-DFB5-8674-7A7A-7B54E6A2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A59DA9-4D17-3C41-E241-CF8B9DD41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4AC4-1551-4CA4-9F29-918DD8A8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04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C418-BF37-5DC7-AC97-AAC28564B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A6953-3C2F-460D-FB2E-EDEB15D9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D3B5B-CAB0-4668-9CD9-73F5B4B09D6F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8023E-64B1-4D4C-B70C-757AA551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3B190-BBEE-006E-FBAC-2ADCFB2BE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4AC4-1551-4CA4-9F29-918DD8A8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3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B11815-2B70-1027-BE31-EDF90A77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D3B5B-CAB0-4668-9CD9-73F5B4B09D6F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52D542-D81F-91CB-875F-8DEDCCBB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1E28E-710C-D725-77C3-9785E120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4AC4-1551-4CA4-9F29-918DD8A8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32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9B877-FD38-B524-73A7-35744D352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12C61-DF9A-B0EE-240C-FE5943E0B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195E8-C2AD-D0BD-3E78-DD29B6D4F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FA274-D19C-8641-5C18-F2560A890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D3B5B-CAB0-4668-9CD9-73F5B4B09D6F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85C12-3895-E03C-49FF-83EF4FE1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F357A-11A4-A956-B92F-C79E69304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4AC4-1551-4CA4-9F29-918DD8A8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329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2E000-41A6-B4B6-2CE0-E08CAB5F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9E913B-9108-5408-66A7-5A3F840A2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60CC8-22D6-517D-D8F2-7C34A6E10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6EF6B-3E2C-4500-F064-7DC4383D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D3B5B-CAB0-4668-9CD9-73F5B4B09D6F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CEE0C-9F1D-16C2-BFBC-36245750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83BF2-3624-2ACF-57AD-F3D4A697A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4AC4-1551-4CA4-9F29-918DD8A8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13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7E3E3-7CB3-1F74-D09E-4E8A9ABB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CBD8C-88BB-AF70-43F2-E894C302F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63B92-4000-350C-5D2C-349C19470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D3B5B-CAB0-4668-9CD9-73F5B4B09D6F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EECBB-6D52-3C94-5B81-5E015F2FD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0595A-4D70-1199-2AF3-4B228A73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4AC4-1551-4CA4-9F29-918DD8A8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805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DBBE4C-03F8-55A1-4641-024C5CFB9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3625C-F7D2-8E60-CF21-70B09B9BD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32402-3029-D071-D40D-D120CED60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D3B5B-CAB0-4668-9CD9-73F5B4B09D6F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A7665-331B-01A3-7844-61861A878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E5B9-2FA8-AFB3-23CE-E7FF99CC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4AC4-1551-4CA4-9F29-918DD8A8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93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37A0D-B094-0DE2-6E4E-1FC971F1C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2B1A8-77F7-F4C5-7ADB-6EB5D796D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C34B5-1725-79ED-2611-D968D1152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D3B5B-CAB0-4668-9CD9-73F5B4B09D6F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617D-B125-A7B9-2914-BF0E994A7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85722-82C7-710E-BD31-11E625CE6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74AC4-1551-4CA4-9F29-918DD8A8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25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209550"/>
            <a:ext cx="981075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2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74" y="159327"/>
            <a:ext cx="99155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5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8" y="496599"/>
            <a:ext cx="11591925" cy="460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86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69" y="335539"/>
            <a:ext cx="9953625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79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364" y="0"/>
            <a:ext cx="9305925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93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VIJAY KUMAR</dc:creator>
  <cp:lastModifiedBy>VIJAY KUMAR</cp:lastModifiedBy>
  <cp:revision>1</cp:revision>
  <dcterms:created xsi:type="dcterms:W3CDTF">2023-08-07T05:22:40Z</dcterms:created>
  <dcterms:modified xsi:type="dcterms:W3CDTF">2023-08-07T05:24:48Z</dcterms:modified>
</cp:coreProperties>
</file>