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64008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18288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3017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4206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5394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/home/claude/db2ppt/icon_databas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331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Db2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Practical Guide to IBM's Enterprise Relational Database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0" cy="0"/>
          </a:xfrm>
          <a:prstGeom prst="line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•  Features  •  Editions  •  Real-World Use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IBM Db2?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is IBM's family of relational database management systems (RDBMS) used to store, organize, and retrieve data with SQL. It powers mission-critical applications for banks, insurers, retailers, and governments worldwide.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b2ppt/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7249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data into tables with rows and columns, queried using standard SQL.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2240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b2ppt/icon_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7249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Transactions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977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Atomicity, Consistency, Isolation, and Durability for reliable data.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240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948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b2ppt/icon_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7249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Everywhere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977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Linux, Unix, Windows, IBM i, mainframe (z/OS), and the cloud.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2240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984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b2ppt/icon_gea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7249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Self-Tuning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72600" y="3977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features automatically manage memory, storage, and performance.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Db2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IBM Research to a modern multi-platform data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45720" y="20848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 develops System R, proving the relational model with SQL.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0" cy="-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82549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57400" y="31089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ships DB2 on the mainframe (MVS), commercializing the relational approach.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615184"/>
            <a:ext cx="0" cy="173736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92861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20848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expands to Unix, Windows, and OS/2 platforms for wider enterprise use.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423160"/>
            <a:ext cx="0" cy="-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3173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XML, advanced compression, and workload management features.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615184"/>
            <a:ext cx="0" cy="173736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13485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0848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pureScale clustering and BLU Acceleration bring scale-out and in-memory analytics.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2423160"/>
            <a:ext cx="0" cy="-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237976" y="241401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69880" y="31089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runs on-premises, on IBM i and z/OS, and as a managed cloud service.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338560" y="2615184"/>
            <a:ext cx="0" cy="173736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Db2 Is Structured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view of the Db2 engine, from application to disk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691640"/>
            <a:ext cx="9235440" cy="1051560"/>
          </a:xfrm>
          <a:prstGeom prst="roundRect">
            <a:avLst>
              <a:gd name="adj" fmla="val 6087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9248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b2ppt/icon_briefc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0711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Tools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0" y="17830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clients, BI tools, and business applications send requests over JDBC/ODBC/CLI.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10800000">
            <a:off x="5971032" y="2761488"/>
            <a:ext cx="219456" cy="146304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2926080"/>
            <a:ext cx="9235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645920" y="31592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b2ppt/icon_gea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33055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3017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Engine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03520" y="3017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SQL, optimizes query plans, and coordinates transactions and locking.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rot="10800000">
            <a:off x="5971032" y="3995928"/>
            <a:ext cx="219456" cy="146304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6" name="Shape 12"/>
          <p:cNvSpPr/>
          <p:nvPr/>
        </p:nvSpPr>
        <p:spPr>
          <a:xfrm>
            <a:off x="1463040" y="4160520"/>
            <a:ext cx="9235440" cy="1051560"/>
          </a:xfrm>
          <a:prstGeom prst="roundRect">
            <a:avLst>
              <a:gd name="adj" fmla="val 6087"/>
            </a:avLst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1645920" y="43936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db2ppt/icon_bo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45399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68880" y="4251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Pool (Memory)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03520" y="4251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frequently used data pages in memory to minimize slow disk access.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5971032" y="5230368"/>
            <a:ext cx="219456" cy="146304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2" name="Shape 17"/>
          <p:cNvSpPr/>
          <p:nvPr/>
        </p:nvSpPr>
        <p:spPr>
          <a:xfrm>
            <a:off x="1463040" y="5394960"/>
            <a:ext cx="9235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645920" y="56281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db2ppt/icon_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577443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468880" y="5486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(Tablespaces)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303520" y="5486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tables, indexes, and logs on disk for durability and recovery.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Db2 apart for demanding, large-scale workloads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b2ppt/icon_cub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 Acceleration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Column-organized, in-memory storage speeds up analytical queries.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92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b2ppt/icon_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299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pureScale Clustering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out across servers for high availability and throughput.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892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b2ppt/icon_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0299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Security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 access control, native encryption, and auditing.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b2ppt/icon_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245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Compression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storage footprint without sacrificing query speed.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b2ppt/icon_gea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2245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Autonomic Tuning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Self-adjusting memory and storage reduce manual administration.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b2ppt/icon_clou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422452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Deployment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On-premises, containerized, or fully managed on the cloud.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Db2 Family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 engine, tailored to different platforms and workloads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b2ppt/icon_server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LUW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Unix, Windows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general-purpose edition for distributed enterprise applications.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b2ppt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z/OS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661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38404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high-volume transaction processing for banks and insurers.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948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db2ppt/icon_cub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1762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i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465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 (AS/400)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92240" y="38404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integrated with the IBM i operating system and business apps.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8972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4984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db2ppt/icon_clou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1762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Warehouse &amp; on Cloud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3268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Hybrid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72600" y="38404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analytics and OLTP services for modern cloud environments.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in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Db2 compares with other widely used database systems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2084832"/>
                <a:gridCol w="2084832"/>
                <a:gridCol w="2084832"/>
                <a:gridCol w="2084832"/>
              </a:tblGrid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Db2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Oracle DB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SQL Server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PostgreSQL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Mainframe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Columnar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 Accel.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Mission-critical OLTP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Flexibility,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Db2?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that rely on Db2 for critical, high-volume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41B45"/>
          </a:solidFill>
          <a:ln w="12700">
            <a:solidFill>
              <a:srgbClr val="3947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03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db2ppt/icon_briefcas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2677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&amp; Finance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banking, payments, and transaction processing at scale.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41B45"/>
          </a:solidFill>
          <a:ln w="12700">
            <a:solidFill>
              <a:srgbClr val="394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103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db2ppt/icon_shield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2677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5204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administration and claims systems needing strong data integrity.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41B45"/>
          </a:solidFill>
          <a:ln w="12700">
            <a:solidFill>
              <a:srgbClr val="39478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69480" y="2103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db2ppt/icon_cube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2677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5204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order management, and point-of-sale systems.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41B45"/>
          </a:solidFill>
          <a:ln w="12700">
            <a:solidFill>
              <a:srgbClr val="39478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49840" y="2103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db2ppt/icon_server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2677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5204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public-sector systems requiring reliability and long-term support.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view before choosing Db2 for a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7FD"/>
          </a:solidFill>
          <a:ln/>
        </p:spPr>
      </p:sp>
      <p:pic>
        <p:nvPicPr>
          <p:cNvPr id="5" name="Image 0" descr="/home/claude/db2ppt/icon_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reliability for mission-critical, high-volume transactions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mainframe (z/OS) and IBM i integration, unmatched by competitors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security, compression, and workload management features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tuning reduces day-to-day administration effort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7FD"/>
          </a:solidFill>
          <a:ln/>
        </p:spPr>
      </p:sp>
      <p:pic>
        <p:nvPicPr>
          <p:cNvPr id="9" name="Image 1" descr="/home/claude/db2ppt/icon_xmar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92240" y="26060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talent pool and community compared to Oracle or PostgreSQL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costs can be significant for large deployments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tooling and third-party integrations lag behind bigger rivals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for platform-specific editions (z/OS, i)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b2ppt/icon_databas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280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in Summary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9601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➤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engine from IBM, running SQL since 1983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➤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across Linux/Unix/Windows, IBM i, mainframe, and cloud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➤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reliability, security, and large-scale transaction processing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➤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banks, insurers, retailers, and governments worldwide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2026-07-24T16:35:50Z</dcterms:created>
  <dcterms:modified xsi:type="dcterms:W3CDTF">2026-07-24T16:35:50Z</dcterms:modified>
</cp:coreProperties>
</file>