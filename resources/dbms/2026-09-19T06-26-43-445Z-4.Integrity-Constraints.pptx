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D8D7-51C8-B890-318B-74B97025C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904C8-6B55-9260-D2A3-C41E16CAD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A2CFC-F613-2081-3AA5-14350960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4222E-0C6C-51BE-A028-BE5E58F6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29F7E-D172-7AF2-3DFE-D83560D5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51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DB2F6-37E1-0D07-3D97-44469270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A133-FA44-5DB7-CA4E-051A0F5A6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2286C-585A-4A72-B27A-94E2ECF5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5B928-A99B-4AEE-AA11-C241E7276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0AF59-A9F1-6671-7D29-2BF53500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972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AD63-DF1A-7EE8-6B50-55E891C7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7825E-E22B-7B04-D54E-2C882F32C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5F76F-65FC-242D-7B7C-375C6786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E0885-C779-171E-83B6-4D5E0F936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DF9BA-9D68-D1B2-AB71-32067CE5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9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81D2C-EC46-F366-54F7-6A6EC76BA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B9145-4782-49AB-4FCF-0A8C1E9BF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5E867-7BDD-AE9D-69D8-B4210958B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057B0-AC1A-4CCC-27CB-049C4E319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5BCB0-37FE-E3ED-4CC6-C03D743FE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F44A2-4F22-FA5D-0DA4-8E27DFE3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3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FDE16-1E36-AAC8-70D4-66D05DD27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31B27-13C7-2EA3-D18C-910F5ED98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492C2-653E-2DB2-58D6-8138BDF75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5262D-FB81-F1BD-EB40-8156A0ECD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75E09D-84A6-B7E4-72CD-AD32AD62F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8F3AFC-D0B8-40EB-E79D-25848B03E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AF3CF1-DE77-1C4B-5318-1EF44D67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D4C2-10C4-F5D6-F6C8-4D2CDA20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2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0591-8406-B59E-981B-3DDB8982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52A1B-5FC0-2D50-9321-BD05CE5A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F060B-FD2A-D8D3-F69E-8BADC7F1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B418F-6336-BD95-F14D-43AAEBFC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8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052929-90FA-9B55-5B05-E2B475F61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C1AA2E-D595-F6AA-65C0-95B95D68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1BCCA-F057-454F-250F-216589109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810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0726-E595-D464-1C4F-2154B23BF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FA5BC-BD9A-705C-2444-F8E1AC8E7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3C908-15C3-7229-3E0E-89D46F404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30804-EC6A-AC2D-01F6-E0082972C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74560-70EC-A91F-6F5F-80B4BB88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415CE-2493-96B9-6E2E-80EBDFDD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49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3B63-1DE6-343B-8E99-AD33FFAB1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44E218-C532-6E93-027D-CE0617A4A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36B50-1933-1A96-5AD9-59F837EA0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77815-9760-8AC2-1965-361522B4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695DD-3CCD-D785-1AAD-7472E0A4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1CE7D-4428-CC22-3426-55B92735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345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FB88A-3C6B-6CC2-DFE0-11FF61F5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5959A-3B16-E2D6-54FD-22C1AA6EF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53834-ACAF-090A-3C8D-09412280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900CF-53B0-A257-0DF3-A17DBE1F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49892-8F0F-0193-E761-B7EC15794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71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F609BD-5EE0-8B58-06B0-CA7337FB5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D89EC-F88D-45A3-38AF-3F8951EFE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C7B20-0D10-C817-3D4C-55F977D4E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CEE37-1EFE-C8F5-355D-DE49D3B5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B4D2C-CBE3-299B-CE16-5556AAEA8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39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35E5-40CE-F9AD-8395-FFDDA27C1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9BC4E-8527-250A-7C74-B7E97B2CB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61CC3-25F7-85EA-BD92-5A34F5D8D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7502B-45E5-44EB-8438-268D3CDEF794}" type="datetimeFigureOut">
              <a:rPr lang="en-IN" smtClean="0"/>
              <a:t>07-08-2023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55D94-D306-743D-EE15-098280043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B681E-EF27-B11B-CF77-A10885C1B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72B30-6537-4111-8EF6-427AB40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67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ACA72-8A92-5B26-C301-68F63946E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87" y="158534"/>
            <a:ext cx="10762938" cy="65409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5BFB33-D68A-5F69-5741-E9B604A09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861" y="71203"/>
            <a:ext cx="3158552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122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19B8D9-8A9C-3AF4-5552-C15E0CF49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52" y="616002"/>
            <a:ext cx="10935795" cy="2187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B3EB35-FB9A-26E4-E6F6-D61BBC449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47" y="3005683"/>
            <a:ext cx="10043747" cy="358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38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105E25-2C02-0C68-5250-60915F197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08" y="233548"/>
            <a:ext cx="10214520" cy="639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27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832C45-7EAB-D6B6-76B0-2B4ACAD57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61" y="47783"/>
            <a:ext cx="11244078" cy="2335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A1F54A-AE71-8496-1E01-5728BF68A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044" y="2383437"/>
            <a:ext cx="8873474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07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FA4649-D830-7893-B3D8-8720B11E7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14" y="314013"/>
            <a:ext cx="11005852" cy="619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22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VIJAY KUMAR</dc:creator>
  <cp:lastModifiedBy>VIJAY KUMAR</cp:lastModifiedBy>
  <cp:revision>2</cp:revision>
  <dcterms:created xsi:type="dcterms:W3CDTF">2023-08-07T12:27:31Z</dcterms:created>
  <dcterms:modified xsi:type="dcterms:W3CDTF">2023-08-07T12:36:24Z</dcterms:modified>
</cp:coreProperties>
</file>