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in DBMS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 look at every key type, with worked examples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Keys?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made up of many separate tables — Student, Department, Marks, Attendance and more. On their own, these tables hold isolated data. To connect them into a meaningful relationship, we need special attributes called database keys.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3383280"/>
            <a:ext cx="5120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
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the attributes that let tables uniquely identify their own records — and link to records in other tables.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63840" y="86868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86868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Details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228600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2860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03920" y="246888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246888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0" y="2788920"/>
            <a:ext cx="914400" cy="91440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412480" y="2331720"/>
            <a:ext cx="914400" cy="91440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309360" y="3520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exists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key attributes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44348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46177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 relationship between tables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key attributes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called database keys.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DBMS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Keys in DBMS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several types of keys, each serving a different role in identifying and relating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31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60020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9431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0" y="160020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58200" y="19431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326880" y="160020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5890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890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32461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89120" y="3246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5890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35890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0" y="32461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0" y="3246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58200" y="35890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35890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326880" y="32461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52349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2349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645920" y="48920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89120" y="48920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52349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52349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486400" y="48920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Key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29600" y="48920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58200" y="52349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8458200" y="52349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326880" y="48920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DBMS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Tables Used in This Deck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tables illustrate each key type in the following slides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Student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852160" cy="155448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2011680"/>
                <a:gridCol w="109728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ravi@edu.in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sneha@edu.in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arjun@edu.in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2: Department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3840480" cy="118872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 (AI &amp; ML)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766560" y="1965960"/>
            <a:ext cx="4754880" cy="3429000"/>
          </a:xfrm>
          <a:prstGeom prst="roundRect">
            <a:avLst>
              <a:gd name="adj" fmla="val 2133"/>
            </a:avLst>
          </a:prstGeom>
          <a:solidFill>
            <a:srgbClr val="21295C"/>
          </a:solidFill>
          <a:ln/>
        </p:spPr>
      </p:sp>
      <p:sp>
        <p:nvSpPr>
          <p:cNvPr id="9" name="Text 5"/>
          <p:cNvSpPr/>
          <p:nvPr/>
        </p:nvSpPr>
        <p:spPr>
          <a:xfrm>
            <a:off x="7040880" y="2148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040880" y="26060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/ Column / Field
</a:t>
            </a:r>
            <a:pPr indent="0" marL="0">
              <a:buNone/>
            </a:pPr>
            <a:r>
              <a:rPr lang="en-US" sz="1250" i="1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RollNo, Name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040880" y="35204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/ Tuple / Row
</a:t>
            </a:r>
            <a:pPr indent="0" marL="0">
              <a:buNone/>
            </a:pPr>
            <a:r>
              <a:rPr lang="en-US" sz="1250" i="1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(101, Ravi, ravi@edu.in, D01)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040880" y="44348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
</a:t>
            </a:r>
            <a:pPr indent="0" marL="0">
              <a:buNone/>
            </a:pPr>
            <a:r>
              <a:rPr lang="en-US" sz="1250" i="1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possible values for a column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DBMS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record (row) of a table — no two rows can share the same value.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allow duplicate values, and does not allow NULL values — every record must have one.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can have only one primary key, though it may be made of more than one column.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tables reference it through foreign keys, making it central to how tables connect.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Student table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 values: 101, 102, 103 — each one appears exactly once and none is blank.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 → Primary Key of Student.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Employee table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values: E001, E002, E003 — chosen over Name, since two employees could share the same name but never the same Emp_ID.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→ Primary Key of Employee.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DBMS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Key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attribute (or set of attributes) that qualifies to be the primary key — it is unique and never NULL.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may have several candidate keys, but only one is finally chosen as the primary key.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candidate keys don't disappear — they become alternate keys (see next slide).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Student table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RollNo and Email are unique for every student.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 = {RollNo}, {Email}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these two is picked as the Primary Key.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Employee table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Emp_ID and SSN/Aadhaar_number uniquely identify an employee.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 = {Emp_ID}, {SSN}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is typically chosen as Primary Key.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DBMS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 Key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key that was NOT selected to be the primary key.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still uniquely identifies records — it's simply kept as a backup identifier rather than the main one.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the application needs to look records up by more than one unique attribute.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F2B13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Student table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 is chosen as the Primary Key.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→ remains unused as primary, so it becomes the Alternate Key.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F2B13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Employee table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is chosen as the Primary Key.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SSN/Aadhaar_number → becomes the Alternate Key, still unique but secondary.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DBMS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Key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a single column isn't enough to uniquely identify a record.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columns are combined, and together they uniquely identify each row.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column alone is unique — only the combination is.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Book table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Book_name repeats (same title, different author). Author repeats too (writes many books).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 = Book_name + Author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uniquely identify each row.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Order_Items table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repeats (one order, many products). Product_ID repeats (one product, many orders).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 = {Order_ID, Product_ID}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identify one line item.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DBMS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create a relationship between two tables.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in one table that points to the primary key of another table, linking them together.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primary key, a foreign key can repeat and can be NULL (if the link doesn't apply yet).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C1440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Student → Department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Student.Dept_id refers to Department.Dept_id.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 is the Primary Key in Department,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Foreign Key in Student.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C1440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Orders → Customers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Orders.Customer_ID refers to Customers.Customer_ID.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is the Primary Key in Customers,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Foreign Key in Orders.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DBMS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Key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primary key: no duplicate values are allowed — every value must be unique.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primary key: it allows exactly one NULL value, and a table can have several unique keys.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attributes that should be unique but aren't the main identifier of the table.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015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vs UNIQUE KEY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794760"/>
          <a:ext cx="4846320" cy="219456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5544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allowed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allowed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allowed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7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263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3429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37960" y="384048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Student.Email is marked as a Unique Key: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two students can share the same email address.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student who hasn't provided an email yet can leave it NULL — but only one such student.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DBMS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Key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combination of attributes that can uniquely identify a record — even with extra, unnecessary columns added.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key is a super key, but not every super key is a candidate key (candidate keys are minimal).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Student table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keys include: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{RollNo}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{RollNo, Name}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{RollNo, Email}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{RollNo, Name, Email, Dept_id}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uniquely identify a row — only {RollNo} is minimal.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Employee table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keys include: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{Emp_ID}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{Emp_ID, Department}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{Emp_ID, Department, Designation}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{Emp_ID} alone is the true candidate key.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DBMS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Key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attribute (or set of attributes) used to search or retrieve records quickly — not for uniqueness.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need to be unique; many rows can share the same value.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used for indexing to speed up frequent queries.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F2B13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Student table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 or Dept_name is indexed as a Secondary Key.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queries like 'find all students in D01' — even though many rows share the same Dept_id.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F2B13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Customers table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is indexed as a Secondary Key.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queries like 'find all customers in Hyderabad' — City repeats across many customers.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DBMS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Surrogate Key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E4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artificial identifier with no real-world meaning — generated by the system, not derived from the data.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no natural column makes a clean, stable identifier, or simply for internal simplicity.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unchanged even if real-world data (like email or name) changes later.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C1440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Online application form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form is submitted, the system auto-generates: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→ 100234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ID means nothing outside the system but uniquely tracks the application.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32461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C1440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General database design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3840480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auto-generate an Id column (1, 2, 3 ...) as a surrogate primary key,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using Email or Aadhaar_number which could change over time.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DBMS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All Keys at a Glance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4846320"/>
        </p:xfrm>
        <a:graphic>
          <a:graphicData uri="http://schemas.openxmlformats.org/drawingml/2006/table">
            <a:tbl>
              <a:tblPr/>
              <a:tblGrid>
                <a:gridCol w="2011680"/>
                <a:gridCol w="5212080"/>
                <a:gridCol w="1920240"/>
                <a:gridCol w="1920240"/>
              </a:tblGrid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Uniquely identifies each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 to become primary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Alternate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key not chosen as primary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2+ columns to identify a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(combo)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to primary key of another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allowed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allowed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 primary key, but allows one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one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attribute set that uniquely identifies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 fast search / indexing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allowed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allowed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Surrogate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Artificial, system-generated identifier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DBMS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the foundation of relational databases — they keep data unique,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and connected across tables.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2026-07-12T06:16:42Z</dcterms:created>
  <dcterms:modified xsi:type="dcterms:W3CDTF">2026-07-12T06:16:42Z</dcterms:modified>
</cp:coreProperties>
</file>